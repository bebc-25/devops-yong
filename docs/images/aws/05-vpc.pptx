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A0151-8C81-4686-9708-031FAB476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8D39EC-C7B3-4B73-BB5A-730FF4A65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66432B-F336-4637-A455-2CC25B69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438B14-7346-4BCE-A003-13A16BD5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86B99-1490-4DF8-ADF3-95179C46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043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49032-B28D-4754-BCE1-3578116B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08EC55-224F-48A3-925D-7C1A79BC6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D91E25-0B9E-4C00-963B-99FFFC2A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24CF-0CA0-4837-9678-28982CA8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C51C5C-A4EA-4838-8B6E-429EA567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39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66936-716E-4103-A9D5-9835CFB8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22A099-1874-41D6-B30F-241782FA2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2AA62-D349-4D3D-8ADE-B3B3F492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AA15C8-5C37-4F22-92CC-10F0E8C0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EE43D-C63E-4E7D-8E14-3CE0FA78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75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9470A-0AD6-4F33-8EF1-9A6C2E9A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73B026-1615-4F82-987E-EFA612C04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2AE235-8059-4257-91EA-A920BABD8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75170B-DC07-492D-8209-31052DFF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767243-F50A-4908-9FB8-DDE1844C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30EEE-9ACD-449E-98F6-B41CD020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57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F2858-A2E2-441A-BCD1-5B042E31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164A42-03F4-4FEB-808C-F66A48D48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A763B8-0131-4129-9B48-42FD4F8CC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106F7F-9352-45ED-A7D2-61E5E3F32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CB6D5F-8203-4A32-A238-0DEFB5BDD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B159F3-0483-48F2-8A99-B2F9F007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0F7452-9290-4926-A407-9A4B8EC2C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13D529-4E41-43A9-AE68-A7FD93C9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78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27231-EFAE-4A38-B47A-4C366816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FD3430-7C16-4027-BFCE-6D7289D6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4DC74D-0254-484D-9DE1-EB318FCA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B34F579-D21E-4BE0-BAA7-9DF472C7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813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7C90E7-44A9-488B-8FBF-793C7A188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B14F4B-7C6D-4649-8017-26C12551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D7D3F-2EC2-4481-8618-1B7ED313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94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EF252-16FE-48F4-8613-0A116E376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B91BF4-8676-489F-B776-D70DB5218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03653F-DC53-4F8C-B012-19AA1E1EB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18949A-61E2-4263-A371-876C8B60F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8CCBD8-C3F6-4598-9264-09A868A6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F705A6-CC88-4C9A-A73C-E0F4887F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732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067A9-A022-4BCA-93A9-77266BFF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60D3FC-DDFC-4650-8842-2406A80F3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C600F1-8617-44F8-BE05-E80DBD588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0A7BC6-2251-432A-94B3-3233F242F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8A9B08-30CC-4737-986A-323D7A25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E69731-AB1C-45D5-8E36-025D0FB18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68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1EDDF-114F-4B8C-8C88-230F511A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A52D8B-7DAD-422B-A49C-116763B49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0259CF-EBB0-4E6B-B11F-F6875B5E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05284F-0A19-4AD5-88A7-93500B0C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4214B-C4D8-4DB3-A6CD-63AE7979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24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ACA364-B4E8-46E2-803D-212521375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FADF0D-223D-4663-8D6E-752DF9DB5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5AF12-D30C-49E6-8F46-CA9B99C0F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42C3B-82BC-47BD-BFE5-CEE29A46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5DADB-6214-40E9-B078-9806BB34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9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E31E92-C5E2-409D-BF3F-AE80BB4B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37F3B7-E1A0-45C2-BF1A-3E5CECCAA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EADA2-D0D3-423D-B27B-DE64B0D3F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9F9FC-131D-4ADA-8F39-9253B6F23723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3147DC-59B1-43F6-ADF5-A7FF46E76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6EA58-B26C-4306-BC1B-61EB7B93B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31A01-E7E4-4FEC-B0B4-82CC923866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6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rivate subnet">
            <a:extLst>
              <a:ext uri="{FF2B5EF4-FFF2-40B4-BE49-F238E27FC236}">
                <a16:creationId xmlns:a16="http://schemas.microsoft.com/office/drawing/2014/main" id="{D4BC201F-7E40-42FC-8B12-F70DAAF103C7}"/>
              </a:ext>
            </a:extLst>
          </p:cNvPr>
          <p:cNvGrpSpPr/>
          <p:nvPr/>
        </p:nvGrpSpPr>
        <p:grpSpPr>
          <a:xfrm>
            <a:off x="8872954" y="2121775"/>
            <a:ext cx="2000738" cy="1875814"/>
            <a:chOff x="8871366" y="2691914"/>
            <a:chExt cx="2000738" cy="1875814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C5EA7E90-4789-48BC-840F-16DD609CD965}"/>
                </a:ext>
              </a:extLst>
            </p:cNvPr>
            <p:cNvSpPr/>
            <p:nvPr/>
          </p:nvSpPr>
          <p:spPr>
            <a:xfrm>
              <a:off x="8871366" y="2691914"/>
              <a:ext cx="2000738" cy="1875814"/>
            </a:xfrm>
            <a:prstGeom prst="rect">
              <a:avLst/>
            </a:prstGeom>
            <a:solidFill>
              <a:srgbClr val="007CBC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/>
            <a:lstStyle/>
            <a:p>
              <a:pPr>
                <a:defRPr/>
              </a:pPr>
              <a:r>
                <a:rPr lang="en-US" sz="1200">
                  <a:solidFill>
                    <a:srgbClr val="5B9C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 (10.0.1.0/23)</a:t>
              </a:r>
              <a:endPara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Graphic 21">
              <a:extLst>
                <a:ext uri="{FF2B5EF4-FFF2-40B4-BE49-F238E27FC236}">
                  <a16:creationId xmlns:a16="http://schemas.microsoft.com/office/drawing/2014/main" id="{E6C3F74C-C654-48E1-9B6B-98904EC54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73551" y="2691914"/>
              <a:ext cx="381000" cy="381000"/>
            </a:xfrm>
            <a:prstGeom prst="rect">
              <a:avLst/>
            </a:prstGeom>
          </p:spPr>
        </p:pic>
      </p:grpSp>
      <p:grpSp>
        <p:nvGrpSpPr>
          <p:cNvPr id="7" name="public subnet">
            <a:extLst>
              <a:ext uri="{FF2B5EF4-FFF2-40B4-BE49-F238E27FC236}">
                <a16:creationId xmlns:a16="http://schemas.microsoft.com/office/drawing/2014/main" id="{309FB80E-C98A-4003-8146-609DB19955DE}"/>
              </a:ext>
            </a:extLst>
          </p:cNvPr>
          <p:cNvGrpSpPr/>
          <p:nvPr/>
        </p:nvGrpSpPr>
        <p:grpSpPr>
          <a:xfrm>
            <a:off x="4710842" y="2124590"/>
            <a:ext cx="3488282" cy="1875732"/>
            <a:chOff x="4709254" y="2694729"/>
            <a:chExt cx="3488282" cy="1875732"/>
          </a:xfrm>
        </p:grpSpPr>
        <p:sp>
          <p:nvSpPr>
            <p:cNvPr id="8" name="Rectangle 32">
              <a:extLst>
                <a:ext uri="{FF2B5EF4-FFF2-40B4-BE49-F238E27FC236}">
                  <a16:creationId xmlns:a16="http://schemas.microsoft.com/office/drawing/2014/main" id="{3212DF63-C41C-4BF3-A588-E80E90B15A39}"/>
                </a:ext>
              </a:extLst>
            </p:cNvPr>
            <p:cNvSpPr/>
            <p:nvPr/>
          </p:nvSpPr>
          <p:spPr>
            <a:xfrm>
              <a:off x="4709254" y="2694729"/>
              <a:ext cx="3488282" cy="1875732"/>
            </a:xfrm>
            <a:prstGeom prst="rect">
              <a:avLst/>
            </a:prstGeom>
            <a:solidFill>
              <a:srgbClr val="1D8900">
                <a:alpha val="9804"/>
              </a:srgb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/>
            <a:lstStyle/>
            <a:p>
              <a:pPr>
                <a:defRPr/>
              </a:pPr>
              <a:r>
                <a:rPr lang="en-US" sz="1200">
                  <a:solidFill>
                    <a:srgbClr val="1E89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Public subnet</a:t>
              </a:r>
            </a:p>
            <a:p>
              <a:pPr>
                <a:defRPr/>
              </a:pPr>
              <a:r>
                <a:rPr lang="en-US" sz="1200">
                  <a:solidFill>
                    <a:srgbClr val="1E89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(10.0.0.0/24)</a:t>
              </a:r>
              <a:endPara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Graphic 19">
              <a:extLst>
                <a:ext uri="{FF2B5EF4-FFF2-40B4-BE49-F238E27FC236}">
                  <a16:creationId xmlns:a16="http://schemas.microsoft.com/office/drawing/2014/main" id="{C2CEFD58-E591-4019-91F8-F02292E44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24125" y="2700865"/>
              <a:ext cx="381000" cy="381000"/>
            </a:xfrm>
            <a:prstGeom prst="rect">
              <a:avLst/>
            </a:prstGeom>
          </p:spPr>
        </p:pic>
      </p:grpSp>
      <p:cxnSp>
        <p:nvCxnSpPr>
          <p:cNvPr id="10" name="연결선-NACL">
            <a:extLst>
              <a:ext uri="{FF2B5EF4-FFF2-40B4-BE49-F238E27FC236}">
                <a16:creationId xmlns:a16="http://schemas.microsoft.com/office/drawing/2014/main" id="{8048B81E-A503-4C03-A1C7-4291C82A7BD7}"/>
              </a:ext>
            </a:extLst>
          </p:cNvPr>
          <p:cNvCxnSpPr/>
          <p:nvPr/>
        </p:nvCxnSpPr>
        <p:spPr>
          <a:xfrm flipV="1">
            <a:off x="6172816" y="4080023"/>
            <a:ext cx="0" cy="942413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NACL-rules">
            <a:extLst>
              <a:ext uri="{FF2B5EF4-FFF2-40B4-BE49-F238E27FC236}">
                <a16:creationId xmlns:a16="http://schemas.microsoft.com/office/drawing/2014/main" id="{FDB0EF61-8B81-4C2D-AFB6-DB72552AE9B4}"/>
              </a:ext>
            </a:extLst>
          </p:cNvPr>
          <p:cNvSpPr/>
          <p:nvPr/>
        </p:nvSpPr>
        <p:spPr>
          <a:xfrm>
            <a:off x="4010155" y="5022436"/>
            <a:ext cx="3669723" cy="53657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>
              <a:defRPr/>
            </a:pPr>
            <a:r>
              <a:rPr lang="en-US" sz="110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Inbound rules: # 100, source(1.2.3.4/32), port(22), Allow</a:t>
            </a:r>
          </a:p>
          <a:p>
            <a:pPr>
              <a:defRPr/>
            </a:pPr>
            <a:r>
              <a:rPr lang="en-US" altLang="ko-KR" sz="110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Inbound rules: # *, source(0.0.0.0/0), port(All), Deny</a:t>
            </a:r>
          </a:p>
          <a:p>
            <a:pPr>
              <a:defRPr/>
            </a:pPr>
            <a:endParaRPr lang="en-US" sz="110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NACL-private">
            <a:extLst>
              <a:ext uri="{FF2B5EF4-FFF2-40B4-BE49-F238E27FC236}">
                <a16:creationId xmlns:a16="http://schemas.microsoft.com/office/drawing/2014/main" id="{1F3B72BE-D772-4447-AC3C-08EE08909C33}"/>
              </a:ext>
            </a:extLst>
          </p:cNvPr>
          <p:cNvSpPr/>
          <p:nvPr/>
        </p:nvSpPr>
        <p:spPr>
          <a:xfrm>
            <a:off x="8757448" y="1791388"/>
            <a:ext cx="2212777" cy="228863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ACL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NACL-public">
            <a:extLst>
              <a:ext uri="{FF2B5EF4-FFF2-40B4-BE49-F238E27FC236}">
                <a16:creationId xmlns:a16="http://schemas.microsoft.com/office/drawing/2014/main" id="{54037D3A-97F2-4E66-8C19-DBC26D75E47D}"/>
              </a:ext>
            </a:extLst>
          </p:cNvPr>
          <p:cNvSpPr/>
          <p:nvPr/>
        </p:nvSpPr>
        <p:spPr>
          <a:xfrm>
            <a:off x="4600777" y="1791388"/>
            <a:ext cx="3729917" cy="228863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ACL</a:t>
            </a:r>
            <a:endParaRPr lang="en-US" sz="1200" dirty="0">
              <a:solidFill>
                <a:srgbClr val="5A6B8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G-3">
            <a:extLst>
              <a:ext uri="{FF2B5EF4-FFF2-40B4-BE49-F238E27FC236}">
                <a16:creationId xmlns:a16="http://schemas.microsoft.com/office/drawing/2014/main" id="{9CDCED8F-1CA8-4357-AA20-07C9450A3B93}"/>
              </a:ext>
            </a:extLst>
          </p:cNvPr>
          <p:cNvSpPr/>
          <p:nvPr/>
        </p:nvSpPr>
        <p:spPr>
          <a:xfrm>
            <a:off x="10058706" y="2810131"/>
            <a:ext cx="755426" cy="91729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>
              <a:defRPr/>
            </a:pPr>
            <a:endParaRPr lang="en-US" sz="1200" dirty="0">
              <a:solidFill>
                <a:srgbClr val="DF331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연결선-DB-SG">
            <a:extLst>
              <a:ext uri="{FF2B5EF4-FFF2-40B4-BE49-F238E27FC236}">
                <a16:creationId xmlns:a16="http://schemas.microsoft.com/office/drawing/2014/main" id="{49A4A9CA-DB76-41C4-891F-5B46C074F488}"/>
              </a:ext>
            </a:extLst>
          </p:cNvPr>
          <p:cNvSpPr/>
          <p:nvPr/>
        </p:nvSpPr>
        <p:spPr>
          <a:xfrm rot="10800000" flipH="1">
            <a:off x="10476217" y="3734576"/>
            <a:ext cx="66774" cy="1548361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FF0000"/>
            </a:solidFill>
            <a:headEnd type="arrow" w="med" len="sm"/>
            <a:tailEnd type="non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DB-SG">
            <a:extLst>
              <a:ext uri="{FF2B5EF4-FFF2-40B4-BE49-F238E27FC236}">
                <a16:creationId xmlns:a16="http://schemas.microsoft.com/office/drawing/2014/main" id="{0F63407C-61C2-4368-BBE0-B22FF197C782}"/>
              </a:ext>
            </a:extLst>
          </p:cNvPr>
          <p:cNvSpPr txBox="1"/>
          <p:nvPr/>
        </p:nvSpPr>
        <p:spPr>
          <a:xfrm>
            <a:off x="7732781" y="5059534"/>
            <a:ext cx="2753863" cy="4308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Name: DB-SG</a:t>
            </a:r>
            <a:b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Inboud rules: source(APP-SG), port(3306)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SG-기타">
            <a:extLst>
              <a:ext uri="{FF2B5EF4-FFF2-40B4-BE49-F238E27FC236}">
                <a16:creationId xmlns:a16="http://schemas.microsoft.com/office/drawing/2014/main" id="{CEBA7288-6881-46E3-8550-995A5647921A}"/>
              </a:ext>
            </a:extLst>
          </p:cNvPr>
          <p:cNvGrpSpPr/>
          <p:nvPr/>
        </p:nvGrpSpPr>
        <p:grpSpPr>
          <a:xfrm>
            <a:off x="8949408" y="2762392"/>
            <a:ext cx="1017321" cy="1013418"/>
            <a:chOff x="8947819" y="3332532"/>
            <a:chExt cx="1017321" cy="951989"/>
          </a:xfrm>
        </p:grpSpPr>
        <p:sp>
          <p:nvSpPr>
            <p:cNvPr id="18" name="Rectangle 30">
              <a:extLst>
                <a:ext uri="{FF2B5EF4-FFF2-40B4-BE49-F238E27FC236}">
                  <a16:creationId xmlns:a16="http://schemas.microsoft.com/office/drawing/2014/main" id="{99143654-99AA-4824-A06E-B51E1D11DF16}"/>
                </a:ext>
              </a:extLst>
            </p:cNvPr>
            <p:cNvSpPr/>
            <p:nvPr/>
          </p:nvSpPr>
          <p:spPr>
            <a:xfrm>
              <a:off x="8947819" y="3332532"/>
              <a:ext cx="478044" cy="448684"/>
            </a:xfrm>
            <a:prstGeom prst="rect">
              <a:avLst/>
            </a:prstGeom>
            <a:noFill/>
            <a:ln w="12700">
              <a:solidFill>
                <a:srgbClr val="DF3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Ctr="1"/>
            <a:lstStyle/>
            <a:p>
              <a:pPr>
                <a:defRPr/>
              </a:pPr>
              <a:endPara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30">
              <a:extLst>
                <a:ext uri="{FF2B5EF4-FFF2-40B4-BE49-F238E27FC236}">
                  <a16:creationId xmlns:a16="http://schemas.microsoft.com/office/drawing/2014/main" id="{F7A4D711-158E-4F60-8261-4D32B7F9DAB5}"/>
                </a:ext>
              </a:extLst>
            </p:cNvPr>
            <p:cNvSpPr/>
            <p:nvPr/>
          </p:nvSpPr>
          <p:spPr>
            <a:xfrm>
              <a:off x="9487096" y="3332532"/>
              <a:ext cx="478044" cy="448684"/>
            </a:xfrm>
            <a:prstGeom prst="rect">
              <a:avLst/>
            </a:prstGeom>
            <a:noFill/>
            <a:ln w="12700">
              <a:solidFill>
                <a:srgbClr val="DF3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Ctr="1"/>
            <a:lstStyle/>
            <a:p>
              <a:pPr>
                <a:defRPr/>
              </a:pPr>
              <a:endPara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30">
              <a:extLst>
                <a:ext uri="{FF2B5EF4-FFF2-40B4-BE49-F238E27FC236}">
                  <a16:creationId xmlns:a16="http://schemas.microsoft.com/office/drawing/2014/main" id="{64BD8D0E-18BB-4AC2-897B-76B0E2273520}"/>
                </a:ext>
              </a:extLst>
            </p:cNvPr>
            <p:cNvSpPr/>
            <p:nvPr/>
          </p:nvSpPr>
          <p:spPr>
            <a:xfrm>
              <a:off x="9487096" y="3835837"/>
              <a:ext cx="478044" cy="448684"/>
            </a:xfrm>
            <a:prstGeom prst="rect">
              <a:avLst/>
            </a:prstGeom>
            <a:noFill/>
            <a:ln w="12700">
              <a:solidFill>
                <a:srgbClr val="DF3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Ctr="1"/>
            <a:lstStyle/>
            <a:p>
              <a:pPr>
                <a:defRPr/>
              </a:pPr>
              <a:endPara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30">
              <a:extLst>
                <a:ext uri="{FF2B5EF4-FFF2-40B4-BE49-F238E27FC236}">
                  <a16:creationId xmlns:a16="http://schemas.microsoft.com/office/drawing/2014/main" id="{DF704330-7507-4576-AEBF-D09830B48BDC}"/>
                </a:ext>
              </a:extLst>
            </p:cNvPr>
            <p:cNvSpPr/>
            <p:nvPr/>
          </p:nvSpPr>
          <p:spPr>
            <a:xfrm>
              <a:off x="8949810" y="3835837"/>
              <a:ext cx="478044" cy="448684"/>
            </a:xfrm>
            <a:prstGeom prst="rect">
              <a:avLst/>
            </a:prstGeom>
            <a:noFill/>
            <a:ln w="12700">
              <a:solidFill>
                <a:srgbClr val="DF3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anchorCtr="1"/>
            <a:lstStyle/>
            <a:p>
              <a:pPr>
                <a:defRPr/>
              </a:pPr>
              <a:endPara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SG-2">
            <a:extLst>
              <a:ext uri="{FF2B5EF4-FFF2-40B4-BE49-F238E27FC236}">
                <a16:creationId xmlns:a16="http://schemas.microsoft.com/office/drawing/2014/main" id="{57435BFE-693B-4E2E-9E2F-EB59B2F0330C}"/>
              </a:ext>
            </a:extLst>
          </p:cNvPr>
          <p:cNvSpPr/>
          <p:nvPr/>
        </p:nvSpPr>
        <p:spPr>
          <a:xfrm>
            <a:off x="6659192" y="3603813"/>
            <a:ext cx="388624" cy="367570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>
              <a:defRPr/>
            </a:pPr>
            <a:endParaRPr lang="en-US" sz="1200" dirty="0">
              <a:solidFill>
                <a:srgbClr val="DF331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연결선-APP-SG">
            <a:extLst>
              <a:ext uri="{FF2B5EF4-FFF2-40B4-BE49-F238E27FC236}">
                <a16:creationId xmlns:a16="http://schemas.microsoft.com/office/drawing/2014/main" id="{51355D0D-C167-4D31-A867-DDC415DF49BE}"/>
              </a:ext>
            </a:extLst>
          </p:cNvPr>
          <p:cNvCxnSpPr/>
          <p:nvPr/>
        </p:nvCxnSpPr>
        <p:spPr>
          <a:xfrm flipV="1">
            <a:off x="7806897" y="3238291"/>
            <a:ext cx="0" cy="1258063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PP-SG-rules">
            <a:extLst>
              <a:ext uri="{FF2B5EF4-FFF2-40B4-BE49-F238E27FC236}">
                <a16:creationId xmlns:a16="http://schemas.microsoft.com/office/drawing/2014/main" id="{0A7FEA2C-B4E7-4446-B5F0-9475B44848D7}"/>
              </a:ext>
            </a:extLst>
          </p:cNvPr>
          <p:cNvSpPr txBox="1"/>
          <p:nvPr/>
        </p:nvSpPr>
        <p:spPr>
          <a:xfrm>
            <a:off x="6605698" y="4496354"/>
            <a:ext cx="2669320" cy="43088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Name: APP-SG</a:t>
            </a:r>
            <a:b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Inboud rules: source(0.0.0.0/0), port(80)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텍스트-보안그룹">
            <a:extLst>
              <a:ext uri="{FF2B5EF4-FFF2-40B4-BE49-F238E27FC236}">
                <a16:creationId xmlns:a16="http://schemas.microsoft.com/office/drawing/2014/main" id="{103F6A71-ED3F-4F7B-BCC2-C02944BC3C89}"/>
              </a:ext>
            </a:extLst>
          </p:cNvPr>
          <p:cNvSpPr txBox="1"/>
          <p:nvPr/>
        </p:nvSpPr>
        <p:spPr>
          <a:xfrm>
            <a:off x="9336624" y="4755663"/>
            <a:ext cx="11240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텍스트-EC2-2-ip">
            <a:extLst>
              <a:ext uri="{FF2B5EF4-FFF2-40B4-BE49-F238E27FC236}">
                <a16:creationId xmlns:a16="http://schemas.microsoft.com/office/drawing/2014/main" id="{0B346AC6-A9FF-42D6-9E0D-449C918AA2B5}"/>
              </a:ext>
            </a:extLst>
          </p:cNvPr>
          <p:cNvSpPr txBox="1"/>
          <p:nvPr/>
        </p:nvSpPr>
        <p:spPr>
          <a:xfrm>
            <a:off x="7541670" y="3757331"/>
            <a:ext cx="6912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, 3.4.5.6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EIP">
            <a:extLst>
              <a:ext uri="{FF2B5EF4-FFF2-40B4-BE49-F238E27FC236}">
                <a16:creationId xmlns:a16="http://schemas.microsoft.com/office/drawing/2014/main" id="{E4A169C3-B0FD-46D1-AB0C-20BD6DF51526}"/>
              </a:ext>
            </a:extLst>
          </p:cNvPr>
          <p:cNvGrpSpPr/>
          <p:nvPr/>
        </p:nvGrpSpPr>
        <p:grpSpPr>
          <a:xfrm>
            <a:off x="5796038" y="2445737"/>
            <a:ext cx="987402" cy="881026"/>
            <a:chOff x="8457070" y="1443459"/>
            <a:chExt cx="987402" cy="881026"/>
          </a:xfrm>
        </p:grpSpPr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2761ABBA-5834-4B73-AA54-D3FB041AE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7070" y="1724321"/>
              <a:ext cx="987402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Elastic </a:t>
              </a:r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IP address</a:t>
              </a:r>
            </a:p>
            <a:p>
              <a:pPr algn="ctr" eaLnBrk="1" hangingPunct="1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(3.4.5.6)</a:t>
              </a:r>
              <a:endPara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9" name="Graphic 42">
              <a:extLst>
                <a:ext uri="{FF2B5EF4-FFF2-40B4-BE49-F238E27FC236}">
                  <a16:creationId xmlns:a16="http://schemas.microsoft.com/office/drawing/2014/main" id="{572448EE-C216-4264-B48D-49B4E46613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 bwMode="auto">
            <a:xfrm>
              <a:off x="8714502" y="1443459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0" name="연결선-ENI-3">
            <a:extLst>
              <a:ext uri="{FF2B5EF4-FFF2-40B4-BE49-F238E27FC236}">
                <a16:creationId xmlns:a16="http://schemas.microsoft.com/office/drawing/2014/main" id="{32DDDBBF-836A-4B19-8761-C0B6CEAAD68E}"/>
              </a:ext>
            </a:extLst>
          </p:cNvPr>
          <p:cNvCxnSpPr>
            <a:stCxn id="31" idx="3"/>
            <a:endCxn id="36" idx="1"/>
          </p:cNvCxnSpPr>
          <p:nvPr/>
        </p:nvCxnSpPr>
        <p:spPr>
          <a:xfrm flipV="1">
            <a:off x="7017230" y="3599418"/>
            <a:ext cx="282806" cy="178782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ENI-3">
            <a:extLst>
              <a:ext uri="{FF2B5EF4-FFF2-40B4-BE49-F238E27FC236}">
                <a16:creationId xmlns:a16="http://schemas.microsoft.com/office/drawing/2014/main" id="{FD0E072D-A1C9-46C5-BA8A-6D0DADA18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686694" y="3612932"/>
            <a:ext cx="330537" cy="3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" name="그룹-EC2-2">
            <a:extLst>
              <a:ext uri="{FF2B5EF4-FFF2-40B4-BE49-F238E27FC236}">
                <a16:creationId xmlns:a16="http://schemas.microsoft.com/office/drawing/2014/main" id="{4B480326-3D8B-4D4D-932F-45B37AA0B681}"/>
              </a:ext>
            </a:extLst>
          </p:cNvPr>
          <p:cNvGrpSpPr/>
          <p:nvPr/>
        </p:nvGrpSpPr>
        <p:grpSpPr>
          <a:xfrm>
            <a:off x="6686694" y="3271740"/>
            <a:ext cx="1070543" cy="746159"/>
            <a:chOff x="6685105" y="3841878"/>
            <a:chExt cx="1070543" cy="746159"/>
          </a:xfrm>
        </p:grpSpPr>
        <p:sp>
          <p:nvSpPr>
            <p:cNvPr id="33" name="텍스트-EC2-2-ip">
              <a:extLst>
                <a:ext uri="{FF2B5EF4-FFF2-40B4-BE49-F238E27FC236}">
                  <a16:creationId xmlns:a16="http://schemas.microsoft.com/office/drawing/2014/main" id="{B1244802-9A35-4233-867D-39DCCF406AC5}"/>
                </a:ext>
              </a:extLst>
            </p:cNvPr>
            <p:cNvSpPr txBox="1"/>
            <p:nvPr/>
          </p:nvSpPr>
          <p:spPr>
            <a:xfrm>
              <a:off x="7038374" y="4326427"/>
              <a:ext cx="69281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>
                  <a:latin typeface="Arial" panose="020B0604020202020204" pitchFamily="34" charset="0"/>
                  <a:cs typeface="Arial" panose="020B0604020202020204" pitchFamily="34" charset="0"/>
                </a:rPr>
                <a:t>10.0.0.5</a:t>
              </a:r>
              <a:endParaRPr lang="ko-KR" altLang="en-US" sz="1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4" name="연결선-ENI-2">
              <a:extLst>
                <a:ext uri="{FF2B5EF4-FFF2-40B4-BE49-F238E27FC236}">
                  <a16:creationId xmlns:a16="http://schemas.microsoft.com/office/drawing/2014/main" id="{A68FC31B-178E-458A-96FF-AB6035FBB18A}"/>
                </a:ext>
              </a:extLst>
            </p:cNvPr>
            <p:cNvCxnSpPr>
              <a:stCxn id="35" idx="3"/>
              <a:endCxn id="36" idx="1"/>
            </p:cNvCxnSpPr>
            <p:nvPr/>
          </p:nvCxnSpPr>
          <p:spPr>
            <a:xfrm>
              <a:off x="7015642" y="4007147"/>
              <a:ext cx="282806" cy="162410"/>
            </a:xfrm>
            <a:prstGeom prst="straightConnector1">
              <a:avLst/>
            </a:prstGeom>
            <a:ln w="12700">
              <a:solidFill>
                <a:srgbClr val="545B64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ENI-2">
              <a:extLst>
                <a:ext uri="{FF2B5EF4-FFF2-40B4-BE49-F238E27FC236}">
                  <a16:creationId xmlns:a16="http://schemas.microsoft.com/office/drawing/2014/main" id="{1362928B-8390-4E52-8B62-075E3C8CF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6685105" y="3841878"/>
              <a:ext cx="330537" cy="330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EC2-2">
              <a:extLst>
                <a:ext uri="{FF2B5EF4-FFF2-40B4-BE49-F238E27FC236}">
                  <a16:creationId xmlns:a16="http://schemas.microsoft.com/office/drawing/2014/main" id="{EF287751-7A97-4740-B7FF-E01F3B88E0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7298448" y="3940957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7" name="연결선-ENI-1">
            <a:extLst>
              <a:ext uri="{FF2B5EF4-FFF2-40B4-BE49-F238E27FC236}">
                <a16:creationId xmlns:a16="http://schemas.microsoft.com/office/drawing/2014/main" id="{3C8C09B8-88FF-4B02-AA38-2B45C03D08BE}"/>
              </a:ext>
            </a:extLst>
          </p:cNvPr>
          <p:cNvCxnSpPr>
            <a:stCxn id="40" idx="3"/>
            <a:endCxn id="86" idx="1"/>
          </p:cNvCxnSpPr>
          <p:nvPr/>
        </p:nvCxnSpPr>
        <p:spPr>
          <a:xfrm>
            <a:off x="7083641" y="2670129"/>
            <a:ext cx="224220" cy="1614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ENI-1">
            <a:extLst>
              <a:ext uri="{FF2B5EF4-FFF2-40B4-BE49-F238E27FC236}">
                <a16:creationId xmlns:a16="http://schemas.microsoft.com/office/drawing/2014/main" id="{46E0DC5D-1CA8-473C-A08F-D1AD20F38562}"/>
              </a:ext>
            </a:extLst>
          </p:cNvPr>
          <p:cNvGrpSpPr/>
          <p:nvPr/>
        </p:nvGrpSpPr>
        <p:grpSpPr>
          <a:xfrm>
            <a:off x="6184805" y="2441529"/>
            <a:ext cx="1342852" cy="662878"/>
            <a:chOff x="5495615" y="3941567"/>
            <a:chExt cx="1342852" cy="662878"/>
          </a:xfrm>
        </p:grpSpPr>
        <p:sp>
          <p:nvSpPr>
            <p:cNvPr id="39" name="TextBox 18">
              <a:extLst>
                <a:ext uri="{FF2B5EF4-FFF2-40B4-BE49-F238E27FC236}">
                  <a16:creationId xmlns:a16="http://schemas.microsoft.com/office/drawing/2014/main" id="{DC622D2B-670C-415D-AEAF-3F055FDDF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5615" y="4342835"/>
              <a:ext cx="134285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ENI</a:t>
              </a:r>
              <a:endPara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0" name="Graphic 37">
              <a:extLst>
                <a:ext uri="{FF2B5EF4-FFF2-40B4-BE49-F238E27FC236}">
                  <a16:creationId xmlns:a16="http://schemas.microsoft.com/office/drawing/2014/main" id="{8897EC59-AD72-4271-9AA3-F48A0E6F11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5937251" y="3941567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" name="연결선-NAT-2">
            <a:extLst>
              <a:ext uri="{FF2B5EF4-FFF2-40B4-BE49-F238E27FC236}">
                <a16:creationId xmlns:a16="http://schemas.microsoft.com/office/drawing/2014/main" id="{0C43F112-9C9B-46C9-881A-5128D171C805}"/>
              </a:ext>
            </a:extLst>
          </p:cNvPr>
          <p:cNvSpPr/>
          <p:nvPr/>
        </p:nvSpPr>
        <p:spPr>
          <a:xfrm rot="10800000">
            <a:off x="1928200" y="3665991"/>
            <a:ext cx="2853447" cy="187192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연결선-NAT-1">
            <a:extLst>
              <a:ext uri="{FF2B5EF4-FFF2-40B4-BE49-F238E27FC236}">
                <a16:creationId xmlns:a16="http://schemas.microsoft.com/office/drawing/2014/main" id="{16A399A5-3BFA-4BC9-8438-3B6C9F092C4B}"/>
              </a:ext>
            </a:extLst>
          </p:cNvPr>
          <p:cNvSpPr/>
          <p:nvPr/>
        </p:nvSpPr>
        <p:spPr>
          <a:xfrm rot="10800000" flipH="1">
            <a:off x="3712514" y="3898986"/>
            <a:ext cx="1584128" cy="1024895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3" name="라우팅테이블-nat">
            <a:extLst>
              <a:ext uri="{FF2B5EF4-FFF2-40B4-BE49-F238E27FC236}">
                <a16:creationId xmlns:a16="http://schemas.microsoft.com/office/drawing/2014/main" id="{E8EB153D-0F56-42A8-9793-8394CC370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862255"/>
              </p:ext>
            </p:extLst>
          </p:nvPr>
        </p:nvGraphicFramePr>
        <p:xfrm>
          <a:off x="2114463" y="4803236"/>
          <a:ext cx="1808654" cy="300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327">
                  <a:extLst>
                    <a:ext uri="{9D8B030D-6E8A-4147-A177-3AD203B41FA5}">
                      <a16:colId xmlns:a16="http://schemas.microsoft.com/office/drawing/2014/main" val="2749586143"/>
                    </a:ext>
                  </a:extLst>
                </a:gridCol>
                <a:gridCol w="904327">
                  <a:extLst>
                    <a:ext uri="{9D8B030D-6E8A-4147-A177-3AD203B41FA5}">
                      <a16:colId xmlns:a16="http://schemas.microsoft.com/office/drawing/2014/main" val="3113797423"/>
                    </a:ext>
                  </a:extLst>
                </a:gridCol>
              </a:tblGrid>
              <a:tr h="300388">
                <a:tc>
                  <a:txBody>
                    <a:bodyPr/>
                    <a:lstStyle/>
                    <a:p>
                      <a:pPr marL="0" marR="0" indent="0" algn="l" defTabSz="9141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0.0.0.0/0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1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nat-id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572967"/>
                  </a:ext>
                </a:extLst>
              </a:tr>
            </a:tbl>
          </a:graphicData>
        </a:graphic>
      </p:graphicFrame>
      <p:grpSp>
        <p:nvGrpSpPr>
          <p:cNvPr id="44" name="NAT GW">
            <a:extLst>
              <a:ext uri="{FF2B5EF4-FFF2-40B4-BE49-F238E27FC236}">
                <a16:creationId xmlns:a16="http://schemas.microsoft.com/office/drawing/2014/main" id="{B5A4BC49-D1BB-48D9-852B-BFB6D3E9DE2B}"/>
              </a:ext>
            </a:extLst>
          </p:cNvPr>
          <p:cNvGrpSpPr/>
          <p:nvPr/>
        </p:nvGrpSpPr>
        <p:grpSpPr>
          <a:xfrm>
            <a:off x="4680972" y="3214366"/>
            <a:ext cx="1234766" cy="720397"/>
            <a:chOff x="3959051" y="3922713"/>
            <a:chExt cx="1234766" cy="720397"/>
          </a:xfrm>
        </p:grpSpPr>
        <p:sp>
          <p:nvSpPr>
            <p:cNvPr id="45" name="TextBox 17">
              <a:extLst>
                <a:ext uri="{FF2B5EF4-FFF2-40B4-BE49-F238E27FC236}">
                  <a16:creationId xmlns:a16="http://schemas.microsoft.com/office/drawing/2014/main" id="{4B3E78A2-E444-4F2A-83FE-53A03EA44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051" y="4381500"/>
              <a:ext cx="123476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NAT gateway</a:t>
              </a:r>
            </a:p>
          </p:txBody>
        </p:sp>
        <p:pic>
          <p:nvPicPr>
            <p:cNvPr id="46" name="Graphic 35">
              <a:extLst>
                <a:ext uri="{FF2B5EF4-FFF2-40B4-BE49-F238E27FC236}">
                  <a16:creationId xmlns:a16="http://schemas.microsoft.com/office/drawing/2014/main" id="{19C9D8A9-3259-499C-B09A-DD73F897A7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4355307" y="392271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7" name="외부서버">
            <a:extLst>
              <a:ext uri="{FF2B5EF4-FFF2-40B4-BE49-F238E27FC236}">
                <a16:creationId xmlns:a16="http://schemas.microsoft.com/office/drawing/2014/main" id="{309C7B22-1C49-4DC4-A694-2F989AA07781}"/>
              </a:ext>
            </a:extLst>
          </p:cNvPr>
          <p:cNvGrpSpPr/>
          <p:nvPr/>
        </p:nvGrpSpPr>
        <p:grpSpPr>
          <a:xfrm>
            <a:off x="217546" y="4284309"/>
            <a:ext cx="1071563" cy="1171664"/>
            <a:chOff x="5011609" y="1121018"/>
            <a:chExt cx="1071563" cy="1171664"/>
          </a:xfrm>
        </p:grpSpPr>
        <p:pic>
          <p:nvPicPr>
            <p:cNvPr id="48" name="Graphic 21">
              <a:extLst>
                <a:ext uri="{FF2B5EF4-FFF2-40B4-BE49-F238E27FC236}">
                  <a16:creationId xmlns:a16="http://schemas.microsoft.com/office/drawing/2014/main" id="{7742748C-7A09-432C-AEC2-4D0ACC9CF4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3234" y="1121018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798CF80-6C56-485E-A564-F0441F773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1609" y="1692518"/>
              <a:ext cx="1071563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MySQL Patch Server</a:t>
              </a:r>
            </a:p>
            <a:p>
              <a:pPr algn="ctr" eaLnBrk="1" hangingPunct="1"/>
              <a:r>
                <a:rPr lang="en-US" altLang="en-US" sz="11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(234.5.6.7)</a:t>
              </a:r>
            </a:p>
          </p:txBody>
        </p:sp>
      </p:grpSp>
      <p:cxnSp>
        <p:nvCxnSpPr>
          <p:cNvPr id="50" name="연결선-외부서버">
            <a:extLst>
              <a:ext uri="{FF2B5EF4-FFF2-40B4-BE49-F238E27FC236}">
                <a16:creationId xmlns:a16="http://schemas.microsoft.com/office/drawing/2014/main" id="{A9E26D1A-7FC2-496E-BE09-83B17A6F0258}"/>
              </a:ext>
            </a:extLst>
          </p:cNvPr>
          <p:cNvCxnSpPr>
            <a:stCxn id="48" idx="0"/>
            <a:endCxn id="72" idx="2"/>
          </p:cNvCxnSpPr>
          <p:nvPr/>
        </p:nvCxnSpPr>
        <p:spPr>
          <a:xfrm flipV="1">
            <a:off x="754121" y="3771431"/>
            <a:ext cx="2517" cy="512879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-RT-private">
            <a:extLst>
              <a:ext uri="{FF2B5EF4-FFF2-40B4-BE49-F238E27FC236}">
                <a16:creationId xmlns:a16="http://schemas.microsoft.com/office/drawing/2014/main" id="{AF011338-213F-4AD9-BD40-BF10594EAA48}"/>
              </a:ext>
            </a:extLst>
          </p:cNvPr>
          <p:cNvCxnSpPr>
            <a:stCxn id="53" idx="0"/>
            <a:endCxn id="79" idx="2"/>
          </p:cNvCxnSpPr>
          <p:nvPr/>
        </p:nvCxnSpPr>
        <p:spPr>
          <a:xfrm flipV="1">
            <a:off x="3016206" y="3721414"/>
            <a:ext cx="2584" cy="504229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연결선-private subnet">
            <a:extLst>
              <a:ext uri="{FF2B5EF4-FFF2-40B4-BE49-F238E27FC236}">
                <a16:creationId xmlns:a16="http://schemas.microsoft.com/office/drawing/2014/main" id="{BE788EAF-4D8C-4CBE-BDD8-93EC81CB646F}"/>
              </a:ext>
            </a:extLst>
          </p:cNvPr>
          <p:cNvSpPr/>
          <p:nvPr/>
        </p:nvSpPr>
        <p:spPr>
          <a:xfrm rot="10800000" flipH="1">
            <a:off x="3920534" y="3992173"/>
            <a:ext cx="5979199" cy="388891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ln w="12700">
            <a:headEnd type="none" w="med" len="sm"/>
            <a:tailEnd type="none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3" name="라우팅테이블-private">
            <a:extLst>
              <a:ext uri="{FF2B5EF4-FFF2-40B4-BE49-F238E27FC236}">
                <a16:creationId xmlns:a16="http://schemas.microsoft.com/office/drawing/2014/main" id="{EAB4EA2D-ACA6-4597-9AF0-A934E0AD3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820697"/>
              </p:ext>
            </p:extLst>
          </p:nvPr>
        </p:nvGraphicFramePr>
        <p:xfrm>
          <a:off x="2111879" y="4225642"/>
          <a:ext cx="1808654" cy="59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327">
                  <a:extLst>
                    <a:ext uri="{9D8B030D-6E8A-4147-A177-3AD203B41FA5}">
                      <a16:colId xmlns:a16="http://schemas.microsoft.com/office/drawing/2014/main" val="3980114528"/>
                    </a:ext>
                  </a:extLst>
                </a:gridCol>
                <a:gridCol w="904327">
                  <a:extLst>
                    <a:ext uri="{9D8B030D-6E8A-4147-A177-3AD203B41FA5}">
                      <a16:colId xmlns:a16="http://schemas.microsoft.com/office/drawing/2014/main" val="168061405"/>
                    </a:ext>
                  </a:extLst>
                </a:gridCol>
              </a:tblGrid>
              <a:tr h="29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Destination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377596"/>
                  </a:ext>
                </a:extLst>
              </a:tr>
              <a:tr h="2968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10.0.0.0/16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019326"/>
                  </a:ext>
                </a:extLst>
              </a:tr>
            </a:tbl>
          </a:graphicData>
        </a:graphic>
      </p:graphicFrame>
      <p:sp>
        <p:nvSpPr>
          <p:cNvPr id="54" name="텍스트-routing table-2">
            <a:extLst>
              <a:ext uri="{FF2B5EF4-FFF2-40B4-BE49-F238E27FC236}">
                <a16:creationId xmlns:a16="http://schemas.microsoft.com/office/drawing/2014/main" id="{D936356F-66DC-4D88-9D02-6D64F15E44DF}"/>
              </a:ext>
            </a:extLst>
          </p:cNvPr>
          <p:cNvSpPr txBox="1"/>
          <p:nvPr/>
        </p:nvSpPr>
        <p:spPr>
          <a:xfrm>
            <a:off x="2020118" y="3971487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Routing Table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RDS">
            <a:extLst>
              <a:ext uri="{FF2B5EF4-FFF2-40B4-BE49-F238E27FC236}">
                <a16:creationId xmlns:a16="http://schemas.microsoft.com/office/drawing/2014/main" id="{9521BA2E-4066-4A2A-9DF6-B65AEED80297}"/>
              </a:ext>
            </a:extLst>
          </p:cNvPr>
          <p:cNvGrpSpPr/>
          <p:nvPr/>
        </p:nvGrpSpPr>
        <p:grpSpPr>
          <a:xfrm>
            <a:off x="9688153" y="2833790"/>
            <a:ext cx="1511300" cy="894437"/>
            <a:chOff x="8782787" y="3832330"/>
            <a:chExt cx="1511300" cy="894437"/>
          </a:xfrm>
        </p:grpSpPr>
        <p:sp>
          <p:nvSpPr>
            <p:cNvPr id="56" name="TextBox 6">
              <a:extLst>
                <a:ext uri="{FF2B5EF4-FFF2-40B4-BE49-F238E27FC236}">
                  <a16:creationId xmlns:a16="http://schemas.microsoft.com/office/drawing/2014/main" id="{6DD0093F-D27E-4A6D-A970-E07B104CA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2787" y="4295880"/>
              <a:ext cx="151130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RDS</a:t>
              </a:r>
            </a:p>
            <a:p>
              <a:pPr algn="ctr" eaLnBrk="1" hangingPunct="1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(10.0.1.20)</a:t>
              </a:r>
              <a:endPara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7" name="Graphic 37">
              <a:extLst>
                <a:ext uri="{FF2B5EF4-FFF2-40B4-BE49-F238E27FC236}">
                  <a16:creationId xmlns:a16="http://schemas.microsoft.com/office/drawing/2014/main" id="{D95C6A05-B5E9-4D81-99FD-52C90A72A3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 bwMode="auto">
            <a:xfrm>
              <a:off x="9309480" y="383233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8" name="EC2-기타">
            <a:extLst>
              <a:ext uri="{FF2B5EF4-FFF2-40B4-BE49-F238E27FC236}">
                <a16:creationId xmlns:a16="http://schemas.microsoft.com/office/drawing/2014/main" id="{61BCA4B0-D6DF-4170-9B5B-3E74014D492F}"/>
              </a:ext>
            </a:extLst>
          </p:cNvPr>
          <p:cNvGrpSpPr/>
          <p:nvPr/>
        </p:nvGrpSpPr>
        <p:grpSpPr>
          <a:xfrm>
            <a:off x="8956162" y="2772099"/>
            <a:ext cx="1000031" cy="992201"/>
            <a:chOff x="8954573" y="3342237"/>
            <a:chExt cx="1000031" cy="992201"/>
          </a:xfrm>
        </p:grpSpPr>
        <p:pic>
          <p:nvPicPr>
            <p:cNvPr id="59" name="Graphic 60">
              <a:extLst>
                <a:ext uri="{FF2B5EF4-FFF2-40B4-BE49-F238E27FC236}">
                  <a16:creationId xmlns:a16="http://schemas.microsoft.com/office/drawing/2014/main" id="{3B9875C4-2DFB-4540-9CF4-4AAB49D4F0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8954573" y="3342237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Graphic 60">
              <a:extLst>
                <a:ext uri="{FF2B5EF4-FFF2-40B4-BE49-F238E27FC236}">
                  <a16:creationId xmlns:a16="http://schemas.microsoft.com/office/drawing/2014/main" id="{54DCFC4C-163E-4FD2-A5AE-8622A175C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9491859" y="3344135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9991A89C-118E-4608-B6CE-93675E1081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8958636" y="387503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" name="Graphic 60">
              <a:extLst>
                <a:ext uri="{FF2B5EF4-FFF2-40B4-BE49-F238E27FC236}">
                  <a16:creationId xmlns:a16="http://schemas.microsoft.com/office/drawing/2014/main" id="{7A052814-8C8C-4F59-9A67-F9222F0E3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9497404" y="3877238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3" name="연결선-IGW-Router">
            <a:extLst>
              <a:ext uri="{FF2B5EF4-FFF2-40B4-BE49-F238E27FC236}">
                <a16:creationId xmlns:a16="http://schemas.microsoft.com/office/drawing/2014/main" id="{C0BDD2AF-F62E-49F2-BBA4-1EA101164169}"/>
              </a:ext>
            </a:extLst>
          </p:cNvPr>
          <p:cNvCxnSpPr>
            <a:stCxn id="67" idx="3"/>
            <a:endCxn id="80" idx="1"/>
          </p:cNvCxnSpPr>
          <p:nvPr/>
        </p:nvCxnSpPr>
        <p:spPr>
          <a:xfrm flipV="1">
            <a:off x="2012218" y="3215815"/>
            <a:ext cx="777973" cy="1179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텍스트-EC2 private IP">
            <a:extLst>
              <a:ext uri="{FF2B5EF4-FFF2-40B4-BE49-F238E27FC236}">
                <a16:creationId xmlns:a16="http://schemas.microsoft.com/office/drawing/2014/main" id="{5723E260-2EA1-4A54-92F4-A279BEFF5703}"/>
              </a:ext>
            </a:extLst>
          </p:cNvPr>
          <p:cNvSpPr txBox="1"/>
          <p:nvPr/>
        </p:nvSpPr>
        <p:spPr>
          <a:xfrm>
            <a:off x="1879399" y="2902937"/>
            <a:ext cx="7713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10.0.0.10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인터넷 GW">
            <a:extLst>
              <a:ext uri="{FF2B5EF4-FFF2-40B4-BE49-F238E27FC236}">
                <a16:creationId xmlns:a16="http://schemas.microsoft.com/office/drawing/2014/main" id="{8BFB7B76-4421-414D-AD08-9947CB7D82AC}"/>
              </a:ext>
            </a:extLst>
          </p:cNvPr>
          <p:cNvGrpSpPr/>
          <p:nvPr/>
        </p:nvGrpSpPr>
        <p:grpSpPr>
          <a:xfrm>
            <a:off x="1093812" y="2988393"/>
            <a:ext cx="1403350" cy="718810"/>
            <a:chOff x="120518" y="3864132"/>
            <a:chExt cx="1403350" cy="718810"/>
          </a:xfrm>
        </p:grpSpPr>
        <p:sp>
          <p:nvSpPr>
            <p:cNvPr id="66" name="TextBox 12">
              <a:extLst>
                <a:ext uri="{FF2B5EF4-FFF2-40B4-BE49-F238E27FC236}">
                  <a16:creationId xmlns:a16="http://schemas.microsoft.com/office/drawing/2014/main" id="{B28A203D-96D8-4632-9FED-9EF0258E76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518" y="4321332"/>
              <a:ext cx="140335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Internet gateway</a:t>
              </a:r>
            </a:p>
          </p:txBody>
        </p:sp>
        <p:pic>
          <p:nvPicPr>
            <p:cNvPr id="67" name="Graphic 10">
              <a:extLst>
                <a:ext uri="{FF2B5EF4-FFF2-40B4-BE49-F238E27FC236}">
                  <a16:creationId xmlns:a16="http://schemas.microsoft.com/office/drawing/2014/main" id="{278D9402-EA62-4D43-B450-6C9FD767E8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 bwMode="auto">
            <a:xfrm>
              <a:off x="581723" y="3864132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8" name="텍스트-EC2 public IP">
            <a:extLst>
              <a:ext uri="{FF2B5EF4-FFF2-40B4-BE49-F238E27FC236}">
                <a16:creationId xmlns:a16="http://schemas.microsoft.com/office/drawing/2014/main" id="{9F175C8E-B9A6-4A91-BD8A-E1607B1411E9}"/>
              </a:ext>
            </a:extLst>
          </p:cNvPr>
          <p:cNvSpPr txBox="1"/>
          <p:nvPr/>
        </p:nvSpPr>
        <p:spPr>
          <a:xfrm>
            <a:off x="939777" y="2981182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cs typeface="Arial" panose="020B0604020202020204" pitchFamily="34" charset="0"/>
              </a:rPr>
              <a:t>2.3.4.5</a:t>
            </a:r>
            <a:endParaRPr lang="ko-KR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연결선-인터넷-IGW">
            <a:extLst>
              <a:ext uri="{FF2B5EF4-FFF2-40B4-BE49-F238E27FC236}">
                <a16:creationId xmlns:a16="http://schemas.microsoft.com/office/drawing/2014/main" id="{E0D4A61C-BB43-431E-A8C1-CCA90731CA6D}"/>
              </a:ext>
            </a:extLst>
          </p:cNvPr>
          <p:cNvCxnSpPr>
            <a:stCxn id="71" idx="3"/>
            <a:endCxn id="67" idx="1"/>
          </p:cNvCxnSpPr>
          <p:nvPr/>
        </p:nvCxnSpPr>
        <p:spPr>
          <a:xfrm>
            <a:off x="991587" y="3216133"/>
            <a:ext cx="563430" cy="861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인터넷">
            <a:extLst>
              <a:ext uri="{FF2B5EF4-FFF2-40B4-BE49-F238E27FC236}">
                <a16:creationId xmlns:a16="http://schemas.microsoft.com/office/drawing/2014/main" id="{8362E107-5734-476B-9D1F-CB680BCF8725}"/>
              </a:ext>
            </a:extLst>
          </p:cNvPr>
          <p:cNvGrpSpPr/>
          <p:nvPr/>
        </p:nvGrpSpPr>
        <p:grpSpPr>
          <a:xfrm>
            <a:off x="220062" y="2981182"/>
            <a:ext cx="1073150" cy="790248"/>
            <a:chOff x="3284538" y="5242537"/>
            <a:chExt cx="1073150" cy="790248"/>
          </a:xfrm>
        </p:grpSpPr>
        <p:pic>
          <p:nvPicPr>
            <p:cNvPr id="71" name="Graphic 12">
              <a:extLst>
                <a:ext uri="{FF2B5EF4-FFF2-40B4-BE49-F238E27FC236}">
                  <a16:creationId xmlns:a16="http://schemas.microsoft.com/office/drawing/2014/main" id="{B6588319-725C-46D3-B55E-82E80A51EB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6163" y="5242537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TextBox 29">
              <a:extLst>
                <a:ext uri="{FF2B5EF4-FFF2-40B4-BE49-F238E27FC236}">
                  <a16:creationId xmlns:a16="http://schemas.microsoft.com/office/drawing/2014/main" id="{BE9CFAAC-A7F9-4FD7-ABC0-35F98A383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4538" y="5771175"/>
              <a:ext cx="107315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Internet</a:t>
              </a:r>
            </a:p>
          </p:txBody>
        </p:sp>
      </p:grpSp>
      <p:cxnSp>
        <p:nvCxnSpPr>
          <p:cNvPr id="73" name="연결선-클라이언트">
            <a:extLst>
              <a:ext uri="{FF2B5EF4-FFF2-40B4-BE49-F238E27FC236}">
                <a16:creationId xmlns:a16="http://schemas.microsoft.com/office/drawing/2014/main" id="{AFF2381A-7BB4-4746-89BD-C267D74DBB8B}"/>
              </a:ext>
            </a:extLst>
          </p:cNvPr>
          <p:cNvCxnSpPr>
            <a:stCxn id="71" idx="0"/>
            <a:endCxn id="76" idx="2"/>
          </p:cNvCxnSpPr>
          <p:nvPr/>
        </p:nvCxnSpPr>
        <p:spPr>
          <a:xfrm flipH="1" flipV="1">
            <a:off x="753357" y="2435784"/>
            <a:ext cx="3280" cy="545399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클라이언트">
            <a:extLst>
              <a:ext uri="{FF2B5EF4-FFF2-40B4-BE49-F238E27FC236}">
                <a16:creationId xmlns:a16="http://schemas.microsoft.com/office/drawing/2014/main" id="{6097E820-182A-47B8-A524-9C87B7F40741}"/>
              </a:ext>
            </a:extLst>
          </p:cNvPr>
          <p:cNvGrpSpPr/>
          <p:nvPr/>
        </p:nvGrpSpPr>
        <p:grpSpPr>
          <a:xfrm>
            <a:off x="216782" y="1476259"/>
            <a:ext cx="1073150" cy="959525"/>
            <a:chOff x="2271713" y="2847975"/>
            <a:chExt cx="1073150" cy="959525"/>
          </a:xfrm>
        </p:grpSpPr>
        <p:pic>
          <p:nvPicPr>
            <p:cNvPr id="75" name="Graphic 24">
              <a:extLst>
                <a:ext uri="{FF2B5EF4-FFF2-40B4-BE49-F238E27FC236}">
                  <a16:creationId xmlns:a16="http://schemas.microsoft.com/office/drawing/2014/main" id="{A5D391F6-DFF1-4113-83CD-CE9FB69A62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3338" y="2847975"/>
              <a:ext cx="4699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TextBox 25">
              <a:extLst>
                <a:ext uri="{FF2B5EF4-FFF2-40B4-BE49-F238E27FC236}">
                  <a16:creationId xmlns:a16="http://schemas.microsoft.com/office/drawing/2014/main" id="{11B3966B-E14C-4A2D-B18E-22ADB4900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1713" y="3376613"/>
              <a:ext cx="107315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Client</a:t>
              </a:r>
            </a:p>
            <a:p>
              <a:pPr algn="ctr" eaLnBrk="1" hangingPunct="1"/>
              <a:r>
                <a:rPr lang="en-US" altLang="en-US" sz="11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(123.4.5.6)</a:t>
              </a:r>
              <a:endParaRPr lang="en-US" alt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7" name="연결선-RT-public">
            <a:extLst>
              <a:ext uri="{FF2B5EF4-FFF2-40B4-BE49-F238E27FC236}">
                <a16:creationId xmlns:a16="http://schemas.microsoft.com/office/drawing/2014/main" id="{8BC20E02-F788-48E0-AE32-F63E1C467AF9}"/>
              </a:ext>
            </a:extLst>
          </p:cNvPr>
          <p:cNvCxnSpPr>
            <a:stCxn id="80" idx="0"/>
            <a:endCxn id="82" idx="2"/>
          </p:cNvCxnSpPr>
          <p:nvPr/>
        </p:nvCxnSpPr>
        <p:spPr>
          <a:xfrm flipH="1" flipV="1">
            <a:off x="3016206" y="2400032"/>
            <a:ext cx="2584" cy="587183"/>
          </a:xfrm>
          <a:prstGeom prst="straightConnector1">
            <a:avLst/>
          </a:prstGeom>
          <a:ln w="12700">
            <a:solidFill>
              <a:schemeClr val="tx2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라우터">
            <a:extLst>
              <a:ext uri="{FF2B5EF4-FFF2-40B4-BE49-F238E27FC236}">
                <a16:creationId xmlns:a16="http://schemas.microsoft.com/office/drawing/2014/main" id="{76E1DFF0-1256-496E-9F38-316D68DEB0A8}"/>
              </a:ext>
            </a:extLst>
          </p:cNvPr>
          <p:cNvGrpSpPr/>
          <p:nvPr/>
        </p:nvGrpSpPr>
        <p:grpSpPr>
          <a:xfrm>
            <a:off x="2196465" y="2987215"/>
            <a:ext cx="1644650" cy="734199"/>
            <a:chOff x="1579685" y="3635532"/>
            <a:chExt cx="1644650" cy="734199"/>
          </a:xfrm>
        </p:grpSpPr>
        <p:sp>
          <p:nvSpPr>
            <p:cNvPr id="79" name="TextBox 27">
              <a:extLst>
                <a:ext uri="{FF2B5EF4-FFF2-40B4-BE49-F238E27FC236}">
                  <a16:creationId xmlns:a16="http://schemas.microsoft.com/office/drawing/2014/main" id="{7F117DE2-EBD3-45FE-A060-BDE48CBA9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685" y="4092732"/>
              <a:ext cx="16446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pic>
          <p:nvPicPr>
            <p:cNvPr id="80" name="Graphic 31">
              <a:extLst>
                <a:ext uri="{FF2B5EF4-FFF2-40B4-BE49-F238E27FC236}">
                  <a16:creationId xmlns:a16="http://schemas.microsoft.com/office/drawing/2014/main" id="{9E84BBFF-D788-429C-83A7-3C0235405F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 bwMode="auto">
            <a:xfrm>
              <a:off x="2173410" y="3635532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81" name="연결선-public subnet">
            <a:extLst>
              <a:ext uri="{FF2B5EF4-FFF2-40B4-BE49-F238E27FC236}">
                <a16:creationId xmlns:a16="http://schemas.microsoft.com/office/drawing/2014/main" id="{330AD58B-E018-4B31-835F-172ECCEC3853}"/>
              </a:ext>
            </a:extLst>
          </p:cNvPr>
          <p:cNvCxnSpPr/>
          <p:nvPr/>
        </p:nvCxnSpPr>
        <p:spPr>
          <a:xfrm>
            <a:off x="3923118" y="1933560"/>
            <a:ext cx="787725" cy="26926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라우팅테이블-public">
            <a:extLst>
              <a:ext uri="{FF2B5EF4-FFF2-40B4-BE49-F238E27FC236}">
                <a16:creationId xmlns:a16="http://schemas.microsoft.com/office/drawing/2014/main" id="{3C6E9106-B47C-4DD4-98BE-89C50F2D2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164154"/>
              </p:ext>
            </p:extLst>
          </p:nvPr>
        </p:nvGraphicFramePr>
        <p:xfrm>
          <a:off x="2111879" y="1763501"/>
          <a:ext cx="1808654" cy="636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327">
                  <a:extLst>
                    <a:ext uri="{9D8B030D-6E8A-4147-A177-3AD203B41FA5}">
                      <a16:colId xmlns:a16="http://schemas.microsoft.com/office/drawing/2014/main" val="3980114528"/>
                    </a:ext>
                  </a:extLst>
                </a:gridCol>
                <a:gridCol w="904327">
                  <a:extLst>
                    <a:ext uri="{9D8B030D-6E8A-4147-A177-3AD203B41FA5}">
                      <a16:colId xmlns:a16="http://schemas.microsoft.com/office/drawing/2014/main" val="168061405"/>
                    </a:ext>
                  </a:extLst>
                </a:gridCol>
              </a:tblGrid>
              <a:tr h="3182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Destination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377596"/>
                  </a:ext>
                </a:extLst>
              </a:tr>
              <a:tr h="3182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10.0.0.0/16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</a:t>
                      </a:r>
                      <a:endParaRPr lang="ko-KR" altLang="en-US" sz="11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019326"/>
                  </a:ext>
                </a:extLst>
              </a:tr>
            </a:tbl>
          </a:graphicData>
        </a:graphic>
      </p:graphicFrame>
      <p:sp>
        <p:nvSpPr>
          <p:cNvPr id="83" name="텍스트-routing table-1">
            <a:extLst>
              <a:ext uri="{FF2B5EF4-FFF2-40B4-BE49-F238E27FC236}">
                <a16:creationId xmlns:a16="http://schemas.microsoft.com/office/drawing/2014/main" id="{32177103-DFC5-4825-9AD2-42595B4C3C79}"/>
              </a:ext>
            </a:extLst>
          </p:cNvPr>
          <p:cNvSpPr txBox="1"/>
          <p:nvPr/>
        </p:nvSpPr>
        <p:spPr>
          <a:xfrm>
            <a:off x="2453449" y="1529098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Routing Table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4" name="EC2-1">
            <a:extLst>
              <a:ext uri="{FF2B5EF4-FFF2-40B4-BE49-F238E27FC236}">
                <a16:creationId xmlns:a16="http://schemas.microsoft.com/office/drawing/2014/main" id="{4935C63E-C46F-4288-B5BF-C3D3554A7075}"/>
              </a:ext>
            </a:extLst>
          </p:cNvPr>
          <p:cNvGrpSpPr/>
          <p:nvPr/>
        </p:nvGrpSpPr>
        <p:grpSpPr>
          <a:xfrm>
            <a:off x="6919619" y="2443144"/>
            <a:ext cx="1221672" cy="819817"/>
            <a:chOff x="8207673" y="2946550"/>
            <a:chExt cx="1221672" cy="819817"/>
          </a:xfrm>
        </p:grpSpPr>
        <p:sp>
          <p:nvSpPr>
            <p:cNvPr id="85" name="TextBox 16">
              <a:extLst>
                <a:ext uri="{FF2B5EF4-FFF2-40B4-BE49-F238E27FC236}">
                  <a16:creationId xmlns:a16="http://schemas.microsoft.com/office/drawing/2014/main" id="{4ED62DBF-0F7A-4A1B-9835-618152B10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7673" y="3335480"/>
              <a:ext cx="122167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EC2</a:t>
              </a:r>
            </a:p>
            <a:p>
              <a:pPr algn="ctr"/>
              <a:r>
                <a:rPr lang="en-US" altLang="en-US" sz="110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(10.0.0.10, 2.3.4.5 )</a:t>
              </a:r>
              <a:endPara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6" name="Graphic 60">
              <a:extLst>
                <a:ext uri="{FF2B5EF4-FFF2-40B4-BE49-F238E27FC236}">
                  <a16:creationId xmlns:a16="http://schemas.microsoft.com/office/drawing/2014/main" id="{29A4547F-3E5D-4CDF-AC53-4CC601D9A9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8595915" y="2946550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7" name="VPC">
            <a:extLst>
              <a:ext uri="{FF2B5EF4-FFF2-40B4-BE49-F238E27FC236}">
                <a16:creationId xmlns:a16="http://schemas.microsoft.com/office/drawing/2014/main" id="{5B012FB9-2F2A-4494-B9A2-D843CE06DC04}"/>
              </a:ext>
            </a:extLst>
          </p:cNvPr>
          <p:cNvGrpSpPr/>
          <p:nvPr/>
        </p:nvGrpSpPr>
        <p:grpSpPr>
          <a:xfrm>
            <a:off x="1787082" y="1191647"/>
            <a:ext cx="9649848" cy="4410414"/>
            <a:chOff x="1785494" y="1761786"/>
            <a:chExt cx="9649848" cy="4410414"/>
          </a:xfrm>
        </p:grpSpPr>
        <p:sp>
          <p:nvSpPr>
            <p:cNvPr id="88" name="Rectangle 6">
              <a:extLst>
                <a:ext uri="{FF2B5EF4-FFF2-40B4-BE49-F238E27FC236}">
                  <a16:creationId xmlns:a16="http://schemas.microsoft.com/office/drawing/2014/main" id="{28508020-14CB-48E7-9F93-3666E61EEEDB}"/>
                </a:ext>
              </a:extLst>
            </p:cNvPr>
            <p:cNvSpPr/>
            <p:nvPr/>
          </p:nvSpPr>
          <p:spPr>
            <a:xfrm>
              <a:off x="1785494" y="1761786"/>
              <a:ext cx="9649848" cy="4410414"/>
            </a:xfrm>
            <a:prstGeom prst="rect">
              <a:avLst/>
            </a:prstGeom>
            <a:noFill/>
            <a:ln w="12700">
              <a:solidFill>
                <a:srgbClr val="1E8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>
                <a:defRPr/>
              </a:pPr>
              <a:r>
                <a:rPr lang="en-US" sz="1200" dirty="0">
                  <a:ln w="0"/>
                  <a:solidFill>
                    <a:srgbClr val="1E89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VPC (10.0.0.0/16)</a:t>
              </a:r>
            </a:p>
          </p:txBody>
        </p:sp>
        <p:pic>
          <p:nvPicPr>
            <p:cNvPr id="89" name="Graphic 16">
              <a:extLst>
                <a:ext uri="{FF2B5EF4-FFF2-40B4-BE49-F238E27FC236}">
                  <a16:creationId xmlns:a16="http://schemas.microsoft.com/office/drawing/2014/main" id="{7694B6B0-764E-466D-9C25-B7F46BEF3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785494" y="1762766"/>
              <a:ext cx="381000" cy="381000"/>
            </a:xfrm>
            <a:prstGeom prst="rect">
              <a:avLst/>
            </a:prstGeom>
          </p:spPr>
        </p:pic>
      </p:grpSp>
      <p:sp>
        <p:nvSpPr>
          <p:cNvPr id="90" name="가용역역-기타">
            <a:extLst>
              <a:ext uri="{FF2B5EF4-FFF2-40B4-BE49-F238E27FC236}">
                <a16:creationId xmlns:a16="http://schemas.microsoft.com/office/drawing/2014/main" id="{FB4FF9E4-CFB6-4DDD-8369-EE61ED275890}"/>
              </a:ext>
            </a:extLst>
          </p:cNvPr>
          <p:cNvSpPr/>
          <p:nvPr/>
        </p:nvSpPr>
        <p:spPr>
          <a:xfrm>
            <a:off x="10620663" y="4778417"/>
            <a:ext cx="682249" cy="342145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AZ-c</a:t>
            </a:r>
            <a:endParaRPr lang="en-US" sz="12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가용영역-b">
            <a:extLst>
              <a:ext uri="{FF2B5EF4-FFF2-40B4-BE49-F238E27FC236}">
                <a16:creationId xmlns:a16="http://schemas.microsoft.com/office/drawing/2014/main" id="{D5D77949-7A3B-4253-8ADF-9F0D909BFFD3}"/>
              </a:ext>
            </a:extLst>
          </p:cNvPr>
          <p:cNvSpPr/>
          <p:nvPr/>
        </p:nvSpPr>
        <p:spPr>
          <a:xfrm>
            <a:off x="10620663" y="4385667"/>
            <a:ext cx="682249" cy="342145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AZ-b</a:t>
            </a:r>
            <a:endParaRPr lang="en-US" sz="12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가용영역-a">
            <a:extLst>
              <a:ext uri="{FF2B5EF4-FFF2-40B4-BE49-F238E27FC236}">
                <a16:creationId xmlns:a16="http://schemas.microsoft.com/office/drawing/2014/main" id="{CA87D780-4619-44E0-AE67-F5AA477E54A0}"/>
              </a:ext>
            </a:extLst>
          </p:cNvPr>
          <p:cNvSpPr/>
          <p:nvPr/>
        </p:nvSpPr>
        <p:spPr>
          <a:xfrm>
            <a:off x="4457135" y="1405327"/>
            <a:ext cx="6800056" cy="2815733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(AZ-a)</a:t>
            </a:r>
            <a:endParaRPr lang="en-US" sz="12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3" name="리전">
            <a:extLst>
              <a:ext uri="{FF2B5EF4-FFF2-40B4-BE49-F238E27FC236}">
                <a16:creationId xmlns:a16="http://schemas.microsoft.com/office/drawing/2014/main" id="{AE41D5A7-93EC-4D05-BF7C-8D0C0936446C}"/>
              </a:ext>
            </a:extLst>
          </p:cNvPr>
          <p:cNvGrpSpPr/>
          <p:nvPr/>
        </p:nvGrpSpPr>
        <p:grpSpPr>
          <a:xfrm>
            <a:off x="1459296" y="645112"/>
            <a:ext cx="10292804" cy="5227938"/>
            <a:chOff x="1500128" y="1340156"/>
            <a:chExt cx="10292804" cy="4956949"/>
          </a:xfrm>
        </p:grpSpPr>
        <p:sp>
          <p:nvSpPr>
            <p:cNvPr id="94" name="리전">
              <a:extLst>
                <a:ext uri="{FF2B5EF4-FFF2-40B4-BE49-F238E27FC236}">
                  <a16:creationId xmlns:a16="http://schemas.microsoft.com/office/drawing/2014/main" id="{0587EF3F-E28A-4AA7-BA46-79DF60E7448D}"/>
                </a:ext>
              </a:extLst>
            </p:cNvPr>
            <p:cNvSpPr/>
            <p:nvPr/>
          </p:nvSpPr>
          <p:spPr>
            <a:xfrm>
              <a:off x="1500128" y="1341121"/>
              <a:ext cx="10292804" cy="4955984"/>
            </a:xfrm>
            <a:prstGeom prst="rect">
              <a:avLst/>
            </a:prstGeom>
            <a:noFill/>
            <a:ln w="12700">
              <a:solidFill>
                <a:srgbClr val="5B9CD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>
                <a:defRPr/>
              </a:pPr>
              <a:r>
                <a:rPr lang="en-US" sz="1200">
                  <a:solidFill>
                    <a:srgbClr val="5B9CD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 (ap-northeast-2)</a:t>
              </a:r>
              <a:endPara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5" name="리전아이콘">
              <a:extLst>
                <a:ext uri="{FF2B5EF4-FFF2-40B4-BE49-F238E27FC236}">
                  <a16:creationId xmlns:a16="http://schemas.microsoft.com/office/drawing/2014/main" id="{080CA3E5-1876-423D-A8AF-00D0A54ED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500128" y="1340156"/>
              <a:ext cx="381000" cy="381000"/>
            </a:xfrm>
            <a:prstGeom prst="rect">
              <a:avLst/>
            </a:prstGeom>
          </p:spPr>
        </p:pic>
      </p:grpSp>
      <p:sp>
        <p:nvSpPr>
          <p:cNvPr id="96" name="Title 1">
            <a:extLst>
              <a:ext uri="{FF2B5EF4-FFF2-40B4-BE49-F238E27FC236}">
                <a16:creationId xmlns:a16="http://schemas.microsoft.com/office/drawing/2014/main" id="{EDD98E07-4129-458A-8908-FC3D5C030E55}"/>
              </a:ext>
            </a:extLst>
          </p:cNvPr>
          <p:cNvSpPr txBox="1">
            <a:spLocks/>
          </p:cNvSpPr>
          <p:nvPr/>
        </p:nvSpPr>
        <p:spPr>
          <a:xfrm>
            <a:off x="365760" y="49618"/>
            <a:ext cx="11569209" cy="5954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ea typeface="Malgun Gothic semilight" panose="020B0502040204020203" pitchFamily="50" charset="-127"/>
                <a:cs typeface="Arial" panose="020B0604020202020204" pitchFamily="34" charset="0"/>
                <a:sym typeface="Amazon Ember Light" panose="020B0403020204020204" pitchFamily="34" charset="0"/>
              </a:rPr>
              <a:t>VPC </a:t>
            </a:r>
            <a:r>
              <a:rPr lang="ko-KR" altLang="en-US" sz="2800" b="1" dirty="0">
                <a:ea typeface="Malgun Gothic semilight" panose="020B0502040204020203" pitchFamily="50" charset="-127"/>
                <a:cs typeface="Arial" panose="020B0604020202020204" pitchFamily="34" charset="0"/>
                <a:sym typeface="Amazon Ember Light" panose="020B0403020204020204" pitchFamily="34" charset="0"/>
              </a:rPr>
              <a:t>구성 요소</a:t>
            </a:r>
            <a:endParaRPr lang="en-US" altLang="ko-KR" sz="2800" b="1" dirty="0">
              <a:ea typeface="Malgun Gothic semilight" panose="020B0502040204020203" pitchFamily="50" charset="-127"/>
              <a:cs typeface="Arial" panose="020B0604020202020204" pitchFamily="34" charset="0"/>
              <a:sym typeface="Amazon Ember Light" panose="020B0403020204020204" pitchFamily="34" charset="0"/>
            </a:endParaRPr>
          </a:p>
        </p:txBody>
      </p:sp>
      <p:graphicFrame>
        <p:nvGraphicFramePr>
          <p:cNvPr id="97" name="라우팅테이블-igw">
            <a:extLst>
              <a:ext uri="{FF2B5EF4-FFF2-40B4-BE49-F238E27FC236}">
                <a16:creationId xmlns:a16="http://schemas.microsoft.com/office/drawing/2014/main" id="{4843A685-9622-4A1B-BB71-70A55476A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14852"/>
              </p:ext>
            </p:extLst>
          </p:nvPr>
        </p:nvGraphicFramePr>
        <p:xfrm>
          <a:off x="2111982" y="2391273"/>
          <a:ext cx="1808654" cy="300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327">
                  <a:extLst>
                    <a:ext uri="{9D8B030D-6E8A-4147-A177-3AD203B41FA5}">
                      <a16:colId xmlns:a16="http://schemas.microsoft.com/office/drawing/2014/main" val="2749586143"/>
                    </a:ext>
                  </a:extLst>
                </a:gridCol>
                <a:gridCol w="904327">
                  <a:extLst>
                    <a:ext uri="{9D8B030D-6E8A-4147-A177-3AD203B41FA5}">
                      <a16:colId xmlns:a16="http://schemas.microsoft.com/office/drawing/2014/main" val="3113797423"/>
                    </a:ext>
                  </a:extLst>
                </a:gridCol>
              </a:tblGrid>
              <a:tr h="300388">
                <a:tc>
                  <a:txBody>
                    <a:bodyPr/>
                    <a:lstStyle/>
                    <a:p>
                      <a:pPr marL="0" marR="0" indent="0" algn="l" defTabSz="9141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0.0.0.0/0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19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igw-id</a:t>
                      </a:r>
                      <a:endParaRPr lang="ko-KR" altLang="en-US" sz="11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572967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58A873EE-D4BA-4458-8DCE-5741D0DC9013}"/>
              </a:ext>
            </a:extLst>
          </p:cNvPr>
          <p:cNvSpPr txBox="1"/>
          <p:nvPr/>
        </p:nvSpPr>
        <p:spPr>
          <a:xfrm>
            <a:off x="7624765" y="3053091"/>
            <a:ext cx="469838" cy="169277"/>
          </a:xfrm>
          <a:prstGeom prst="rect">
            <a:avLst/>
          </a:prstGeom>
          <a:solidFill>
            <a:srgbClr val="E9F3E6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100">
                <a:latin typeface="Arial" panose="020B0604020202020204" pitchFamily="34" charset="0"/>
                <a:ea typeface="Amazon Ember Light" panose="020B0403020204020204" pitchFamily="34" charset="0"/>
                <a:cs typeface="Arial" panose="020B0604020202020204" pitchFamily="34" charset="0"/>
              </a:rPr>
              <a:t>3.4.5.6</a:t>
            </a:r>
            <a:endParaRPr lang="ko-KR" altLang="en-US" sz="1100" dirty="0" err="1">
              <a:latin typeface="Arial" panose="020B0604020202020204" pitchFamily="34" charset="0"/>
              <a:ea typeface="Amazon Ember Light" panose="020B0403020204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APP-SG">
            <a:extLst>
              <a:ext uri="{FF2B5EF4-FFF2-40B4-BE49-F238E27FC236}">
                <a16:creationId xmlns:a16="http://schemas.microsoft.com/office/drawing/2014/main" id="{394FAAAF-FD7C-45DF-94F9-CD431B2E595B}"/>
              </a:ext>
            </a:extLst>
          </p:cNvPr>
          <p:cNvSpPr/>
          <p:nvPr/>
        </p:nvSpPr>
        <p:spPr>
          <a:xfrm>
            <a:off x="6605698" y="2146265"/>
            <a:ext cx="1549289" cy="1082598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sp>
        <p:nvSpPr>
          <p:cNvPr id="100" name="가용역역-기타">
            <a:extLst>
              <a:ext uri="{FF2B5EF4-FFF2-40B4-BE49-F238E27FC236}">
                <a16:creationId xmlns:a16="http://schemas.microsoft.com/office/drawing/2014/main" id="{7DA67130-1C50-4E47-B76A-4653D7D41CB1}"/>
              </a:ext>
            </a:extLst>
          </p:cNvPr>
          <p:cNvSpPr/>
          <p:nvPr/>
        </p:nvSpPr>
        <p:spPr>
          <a:xfrm>
            <a:off x="10620663" y="5180855"/>
            <a:ext cx="682249" cy="342145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>
              <a:defRPr/>
            </a:pPr>
            <a:r>
              <a:rPr lang="en-US" sz="120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  <a:endParaRPr lang="en-US" sz="1200" dirty="0">
              <a:solidFill>
                <a:srgbClr val="5B9CD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17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5428E-7 4.81481E-6 L 4.45428E-7 0.11342 " pathEditMode="relative" rAng="0" ptsTypes="AA">
                                      <p:cBhvr>
                                        <p:cTn id="18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2" grpId="0" animBg="1"/>
      <p:bldP spid="24" grpId="0" animBg="1"/>
      <p:bldP spid="25" grpId="0"/>
      <p:bldP spid="26" grpId="0"/>
      <p:bldP spid="41" grpId="0" animBg="1"/>
      <p:bldP spid="42" grpId="0" animBg="1"/>
      <p:bldP spid="52" grpId="0" animBg="1"/>
      <p:bldP spid="54" grpId="0"/>
      <p:bldP spid="64" grpId="0"/>
      <p:bldP spid="68" grpId="0"/>
      <p:bldP spid="83" grpId="0"/>
      <p:bldP spid="90" grpId="0" animBg="1"/>
      <p:bldP spid="91" grpId="0" animBg="1"/>
      <p:bldP spid="92" grpId="0" animBg="1"/>
      <p:bldP spid="98" grpId="0" animBg="1"/>
      <p:bldP spid="98" grpId="1" animBg="1"/>
      <p:bldP spid="99" grpId="0" animBg="1"/>
      <p:bldP spid="100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</Words>
  <Application>Microsoft Office PowerPoint</Application>
  <PresentationFormat>와이드스크린</PresentationFormat>
  <Paragraphs>52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kilyong jeong</dc:creator>
  <cp:lastModifiedBy>kilyong jeong</cp:lastModifiedBy>
  <cp:revision>3</cp:revision>
  <dcterms:created xsi:type="dcterms:W3CDTF">2026-08-13T00:55:06Z</dcterms:created>
  <dcterms:modified xsi:type="dcterms:W3CDTF">2026-08-13T00:56:09Z</dcterms:modified>
</cp:coreProperties>
</file>